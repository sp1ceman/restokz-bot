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3474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6858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  <a:latin typeface="Segoe UI"/>
              </a:defRPr>
            </a:pPr>
            <a:r>
              <a:t>👑 RESTOKZ &amp; RESTOKZ PRO</a:t>
            </a:r>
          </a:p>
          <a:p>
            <a:pPr>
              <a:spcBef>
                <a:spcPts val="1200"/>
              </a:spcBef>
              <a:defRPr sz="3000" b="1">
                <a:solidFill>
                  <a:srgbClr val="F4F2EE"/>
                </a:solidFill>
                <a:latin typeface="Georgia"/>
              </a:defRPr>
            </a:pPr>
            <a:r>
              <a:t>Цифровая экосистема бронирования и управления посадкой</a:t>
            </a:r>
          </a:p>
          <a:p>
            <a:pPr>
              <a:spcBef>
                <a:spcPts val="1000"/>
              </a:spcBef>
              <a:defRPr sz="1400">
                <a:solidFill>
                  <a:srgbClr val="DFCAAB"/>
                </a:solidFill>
                <a:latin typeface="Segoe UI"/>
              </a:defRPr>
            </a:pPr>
            <a:r>
              <a:t>Устранение No-Show • Полный контроль зала • Выручка ресторанов без комиссий агрегаторов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5120640"/>
            <a:ext cx="2148840" cy="10058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F2EE"/>
                </a:solidFill>
              </a:defRPr>
            </a:pPr>
            <a:r>
              <a:t>📱 Telegram Mini App</a:t>
            </a:r>
          </a:p>
          <a:p>
            <a:pPr>
              <a:spcBef>
                <a:spcPts val="300"/>
              </a:spcBef>
              <a:defRPr sz="950">
                <a:solidFill>
                  <a:srgbClr val="9CA3AF"/>
                </a:solidFill>
              </a:defRPr>
            </a:pPr>
            <a:r>
              <a:t>Бронирование гостем за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120640"/>
            <a:ext cx="2148840" cy="10058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F2EE"/>
                </a:solidFill>
              </a:defRPr>
            </a:pPr>
            <a:r>
              <a:t>🪑 Терминал Хостес PRO</a:t>
            </a:r>
          </a:p>
          <a:p>
            <a:pPr>
              <a:spcBef>
                <a:spcPts val="300"/>
              </a:spcBef>
              <a:defRPr sz="950">
                <a:solidFill>
                  <a:srgbClr val="9CA3AF"/>
                </a:solidFill>
              </a:defRPr>
            </a:pPr>
            <a:r>
              <a:t>Живая интерактивная карта зала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5120640"/>
            <a:ext cx="2148840" cy="10058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F2EE"/>
                </a:solidFill>
              </a:defRPr>
            </a:pPr>
            <a:r>
              <a:t>⚡ Облачная платформа</a:t>
            </a:r>
          </a:p>
          <a:p>
            <a:pPr>
              <a:spcBef>
                <a:spcPts val="300"/>
              </a:spcBef>
              <a:defRPr sz="950">
                <a:solidFill>
                  <a:srgbClr val="9CA3AF"/>
                </a:solidFill>
              </a:defRPr>
            </a:pPr>
            <a:r>
              <a:t>Мгновенные статусы и пуш-уведомления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060704"/>
            <a:ext cx="2450592" cy="51937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097280"/>
            <a:ext cx="2377440" cy="51206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747504" y="1517904"/>
            <a:ext cx="2084832" cy="437083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uest_catalog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554480"/>
            <a:ext cx="2011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Почему рестораны Казахстана теряют до 25% выручки каждый уикенд?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Исследование 20+ заведений (Шымкент, Алматы, Астана) выявило системный кризис ручного управления бронями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7185"/>
                </a:solidFill>
              </a:defRPr>
            </a:pPr>
            <a:r>
              <a:t>1. Хаос в WhatsApp и бумажных журналах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📞 Ручная переписка отнимает до 3-4 часов времени хостес в день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⏳ В часы пик до 30% входящих звонков и сообщений остаются без ответа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📝 Потери броней из-за неразборчивых записей, путаницы столов и смен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📉 Нет единой прозрачной истории гостя и его предпочтений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2. Эпидемия No-Show и пустые брони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❌ 20-25% забронированных столов в пятницу и субботу пустуют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🤷 Гости бронируют сразу 2-3 места и приходят в одно, не предупреждая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💸 Ресторан отказывает реальным гостям («у нас всё занято»), а стол пуст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💔 Прямые финансовые потери: от 80 000 до 350 000 ₸ за один вечер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Ловушка агрегаторов и тяжелых систем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💳 Агрегаторы берут 10-15% комиссии или от 500 ₸ за каждого гостя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💻 Кассовые ERP (iiko, R-Keeper) перегружены и неудобны на смартфонах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📱 У хостес нет легкого мобильного терминала для оперативной посадки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🔒 Данные гостей остаются у сторонних сервисов, а не у ресторана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РЕШЕНИЕ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RestoKZ: Единая двусторонняя цифровая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Связка клиента и ресторана в режиме реального времени без сторонних приложений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🍽 ДЛЯ ГОСТЯ (B2C WEBAPP)</a:t>
            </a:r>
          </a:p>
          <a:p>
            <a:pPr>
              <a:spcBef>
                <a:spcPts val="400"/>
              </a:spcBef>
              <a:defRPr sz="1100">
                <a:solidFill>
                  <a:srgbClr val="DFCAAB"/>
                </a:solidFill>
              </a:defRPr>
            </a:pPr>
            <a:r>
              <a:t>Telegram Mini App — открывается мгновенно в 1 клик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⚡ Бронирование за 30 секунд без скачивания приложений из App Store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🪑 Интерактивный выбор понравившегося столика на реальной схеме зала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📖 Просмотр фото интерьера, актуального меню и среднего чека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🔔 Автоматические статусы и напоминания в Telegram (защита от забывчивости)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🌐 Поддержка 3 языков (Казахский, Русский, Английский)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5A880"/>
                </a:solidFill>
              </a:defRPr>
            </a:pPr>
            <a:r>
              <a:t>👑 ДЛЯ РЕСТОРАНА (RESTOKZ PRO B2B)</a:t>
            </a:r>
          </a:p>
          <a:p>
            <a:pPr>
              <a:spcBef>
                <a:spcPts val="400"/>
              </a:spcBef>
              <a:defRPr sz="1100">
                <a:solidFill>
                  <a:srgbClr val="DFCAAB"/>
                </a:solidFill>
              </a:defRPr>
            </a:pPr>
            <a:r>
              <a:t>Мобильный терминал хостес и управляющего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📋 Живой журнал заявок со статусами (Новые, В брони, За столом, Отмена)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🎯 Умные контекстные кнопки действий в 1 клик (Подтвердить / Посадить)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🗺 Интерактивная карта зала с цветовой занятостью столов в реальном времени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⏱ Контроль рабочей смены хостес, живой таймер и итоговый Z-отчет</a:t>
            </a:r>
          </a:p>
          <a:p>
            <a:pPr>
              <a:spcBef>
                <a:spcPts val="1000"/>
              </a:spcBef>
              <a:defRPr sz="1100">
                <a:solidFill>
                  <a:srgbClr val="F4F2EE"/>
                </a:solidFill>
              </a:defRPr>
            </a:pPr>
            <a:r>
              <a:t>🔔 Мгновенные звуковые консьерж-уведомления (Chime) о новых бронях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ИНТЕРФЕЙС ГОСТЯ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Telegram Mini App: Бронирование столика в 3 касания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Максимальная конверсия за счет нулевого трения — без логинов, SMS и паролей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5A880"/>
                </a:solidFill>
              </a:defRPr>
            </a:pPr>
            <a:r>
              <a:t>1. Умный каталог ресторанов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Гость выбирает город (Алматы, Астана, Шымкент), фильтрует по кухне (Казахская, Итальянская, Восточная) и находит любимое заведение.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2. Выбор даты, времени и компании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Удобная сетка тайм-слотов (обед, ужин, пиковые часы) и количества гостей. Система сразу показывает свободные столики.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3. Интерактивная схема зала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Гость может выбрать конкретное место: панорамное окно, летняя терраса, VIP-кабина, топчан или банкетный дастархан.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4. Меню и детальная информация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Цены, фирменные блюда, фотографии интерьера, геолокация и прямой переход в 2GIS / Instagram.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5. Автоматическое подтверждение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Билет бронирования с уникальным ID сохраняется в Telegram. За 2 часа до визита бот отправляет вежливое напоминание.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uest_catalo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uest_restauran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ТЕРМИНАЛ РЕСТОРАНА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RestoKZ PRO: Журнал броней с контекстными действиями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Специально разработан под экраны смартфонов хостес с крупными шрифтами и тактильным откликом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5A880"/>
                </a:solidFill>
              </a:defRPr>
            </a:pPr>
            <a:r>
              <a:t>⚡ Контекстные умные действия в 1 клик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Кнопки динамически подстраиваются под статус заявки:</a:t>
            </a:r>
            <a:br/>
            <a:r>
              <a:t>• Ожидает: [✅ Подтвердить] + [❌ Отказ]</a:t>
            </a:r>
            <a:br/>
            <a:r>
              <a:t>• Подтверждена: [🥂 Посадить за стол] + [Отмена]</a:t>
            </a:r>
            <a:br/>
            <a:r>
              <a:t>• Гости сидят: [🔓 Стол освободился] + [↩ В бронь]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🔍 Мгновенный поиск и фильтрация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Поиск за доли секунды по имени гостя, номеру телефона или #ID заявки. Сегментный переключатель дат: «Все дни | Сегодня | Завтра».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📊 Живой KPI-дашборд смены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Крупные показатели вверху экрана: сколько заявок ждут ответа (⏳), сколько столов в брони (✅) и сколько гостей обслужено за смену (👥).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🔔 Звуковые консьерж-уведомления (Chime)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При поступлении новой онлайн-заявки терминал издает благородный мягкий гонг (Web Audio API), чтобы хостес не пропустила гостя.</a:t>
            </a:r>
          </a:p>
          <a:p>
            <a:pPr>
              <a:spcBef>
                <a:spcPts val="800"/>
              </a:spcBef>
              <a:defRPr sz="1200" b="1">
                <a:solidFill>
                  <a:srgbClr val="C5A880"/>
                </a:solidFill>
              </a:defRPr>
            </a:pPr>
            <a:r>
              <a:t>🛡 Исключение ошибок человеческого фактора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Невозможно случайно удалить бронь или повторно отменить уже отклоненную заявку. Полная синхронизация с базой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2249424"/>
            <a:ext cx="2450592" cy="354787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esktop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2286000"/>
            <a:ext cx="23774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СХЕМА РАССАДКИ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Интерактивная карта зала: Наглядный контроль занятости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Никаких накладок, путаницы столов и потери контроля в часы пиковой загрузки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🟢 Наглядная цветовая легенда статусов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• Изумрудный: стол свободен для посадки</a:t>
            </a:r>
            <a:br/>
            <a:r>
              <a:t>• Золотой: стол подтвержден в бронь на выбранное время</a:t>
            </a:r>
            <a:br/>
            <a:r>
              <a:t>• Лазурный: гости уже сидят за столом</a:t>
            </a:r>
            <a:br/>
            <a:r>
              <a:t>• Янтарный: новая заявка ожидает подтверждения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⚡ Посадка от двери в 2 клика (Walk-in)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Гости пришли с улицы без брони? Хостес просто тапает на свободный стол в зале — карточка посадки открывается мгновенно.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🛡 Защита от овербукинга и коллизий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Система автоматически блокирует стол на 2 часа вокруг времени брони. Никаких конфликтов из-за посадки двух компаний на один диван.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🏢 Зонирование ресторана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Четкое разделение на зоны: основной зал, панорамные окна, летняя терраса, тихая зона, топчаны и VIP-кабины.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flo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УПРАВЛЕНИЕ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Рабочая смена и Z-отчётность: Полная прозрачность для владельца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Хостес подотчетна системе, а управляющий видит реальные цифры загрузки зала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⏱ Интерактивный статус-бар смены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В шапке терминала отображается пульсирующий статус с живым таймером (например, «● Смена 3ч 45м»). Данные сохраняются при перезагрузках.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📊 Автоматический подсчет метрик смены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Терминал в реальном времени считает:</a:t>
            </a:r>
            <a:br/>
            <a:r>
              <a:t>• Количество поступивших и обработанных заявок</a:t>
            </a:r>
            <a:br/>
            <a:r>
              <a:t>• Суммарное количество реально посаженных гостей</a:t>
            </a:r>
            <a:br/>
            <a:r>
              <a:t>• Количество отмен и отказов с причинами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🏁 Закрытие смены по кнопке и Z-отчет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Хостес не может просто уйти — по окончании дня она нажимает «Завершить рабочую смену». Формируется итоговая сводка смены для передачи управляющему.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👤 Персональная ответственность</a:t>
            </a:r>
          </a:p>
          <a:p>
            <a:pPr>
              <a:spcBef>
                <a:spcPts val="300"/>
              </a:spcBef>
              <a:defRPr sz="1100">
                <a:solidFill>
                  <a:srgbClr val="F4F2EE"/>
                </a:solidFill>
              </a:defRPr>
            </a:pPr>
            <a:r>
              <a:t>Каждая смена привязана к имени дежурного администратора, исключая перекладывание вины за потерянные брони.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shif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СОВРЕМЕННЫЙ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Мультилокация и быстрое управление сетью ресторанов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Замена устаревших браузерных элементов на премиальные Bottom Sheets и боковое меню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FCAAB"/>
                </a:solidFill>
              </a:defRPr>
            </a:pPr>
            <a:r>
              <a:t>🏛 Кастомный Luxury Bottom Sheet выбора заведения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Вместо архаичного селектора — современная шторка с поиском, бейджами городов, количеством столов и моментальным переключением филиалов.</a:t>
            </a:r>
          </a:p>
          <a:p>
            <a:pPr>
              <a:spcBef>
                <a:spcPts val="800"/>
              </a:spcBef>
              <a:defRPr sz="1200" b="1">
                <a:solidFill>
                  <a:srgbClr val="DFCAAB"/>
                </a:solidFill>
              </a:defRPr>
            </a:pPr>
            <a:r>
              <a:t>☰ Боковое меню (Side Drawer)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Все служебные функции аккуратно спрятаны под гамбургер-меню, освобождая экран терминала для главного — броней и карты зала.</a:t>
            </a:r>
          </a:p>
          <a:p>
            <a:pPr>
              <a:spcBef>
                <a:spcPts val="800"/>
              </a:spcBef>
              <a:defRPr sz="1200" b="1">
                <a:solidFill>
                  <a:srgbClr val="DFCAAB"/>
                </a:solidFill>
              </a:defRPr>
            </a:pPr>
            <a:r>
              <a:t>🌐 Трехъязычный интерфейс (RU / KZ / EN)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Крупные удобные кнопки переключения языка для сотрудников и гостей в любом регионе Казахстана.</a:t>
            </a:r>
          </a:p>
          <a:p>
            <a:pPr>
              <a:spcBef>
                <a:spcPts val="800"/>
              </a:spcBef>
              <a:defRPr sz="1200" b="1">
                <a:solidFill>
                  <a:srgbClr val="DFCAAB"/>
                </a:solidFill>
              </a:defRPr>
            </a:pPr>
            <a:r>
              <a:t>🍽 Быстрый переход «Терминал ↔ Витрина гостя»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Хостес может в любой момент открыть клиентскую витрину и увидеть свой ресторан глазами гостя.</a:t>
            </a:r>
          </a:p>
          <a:p>
            <a:pPr>
              <a:spcBef>
                <a:spcPts val="800"/>
              </a:spcBef>
              <a:defRPr sz="1200" b="1">
                <a:solidFill>
                  <a:srgbClr val="DFCAAB"/>
                </a:solidFill>
              </a:defRPr>
            </a:pPr>
            <a:r>
              <a:t>⚡ Тактильный отклик и анимации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Плавная физика сжатия кнопок (Spring physics), адаптивность под Home Bar iPhone (Safe Area).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rest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C1F26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rawe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НАСТРОЙКА И КАСТОМИЗАЦИЯ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Конструктор зала и Управление рестораном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Полная автономия заведения — добавление точек, настройка столов и блюд за 5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🏢 Профиль &amp; Соцсети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Редактирование адреса, телефона и режима работы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Прямые кликабельные ссылки на 2GIS, Instagram, WhatsApp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Указание среднего чека и концепта кухни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Регистрация нового филиала сети в 1 клик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5A880"/>
                </a:solidFill>
              </a:defRPr>
            </a:pPr>
            <a:r>
              <a:t>🍽 Электронное Меню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Добавление блюд по категориям (Основные, Закуски, Напитки)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Загрузка фото, указание граммовки и актуальных цен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Мгновенное скрытие блюд на «стоп-листе»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Синхронизация меню с витриной гостя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🪑 Конструктор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Добавление новых столиков в зал с номерами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Настройка вместимости (2, 4, 6, 8, 10, 12+ персон)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Выбор зоны (У окна, Терраса, VIP, Топчан)</a:t>
            </a:r>
          </a:p>
          <a:p>
            <a:pPr>
              <a:spcBef>
                <a:spcPts val="800"/>
              </a:spcBef>
              <a:defRPr sz="1100">
                <a:solidFill>
                  <a:srgbClr val="F4F2EE"/>
                </a:solidFill>
              </a:defRPr>
            </a:pPr>
            <a:r>
              <a:t>• Описание столика (у камина, панорамный вид)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ЦЕННОСТНОЕ ПРЕДЛОЖЕНИЕ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Сравнение: Почему RestoKZ PRO выигрывает рынок?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Сравнение традиционного подхода, сторонних агрегаторов и решения RestoKZ PRO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2651760"/>
                <a:gridCol w="2679192"/>
              </a:tblGrid>
              <a:tr h="746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C5A880"/>
                          </a:solidFill>
                        </a:defRPr>
                      </a:pPr>
                      <a:r>
                        <a:t>Критерий / Параметр</a:t>
                      </a:r>
                    </a:p>
                  </a:txBody>
                  <a:tcPr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C5A880"/>
                          </a:solidFill>
                        </a:defRPr>
                      </a:pPr>
                      <a:r>
                        <a:t>Тетрадь + WhatsApp</a:t>
                      </a:r>
                    </a:p>
                  </a:txBody>
                  <a:tcPr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C5A880"/>
                          </a:solidFill>
                        </a:defRPr>
                      </a:pPr>
                      <a:r>
                        <a:t>Агрегаторы (2GIS / Restolife)</a:t>
                      </a:r>
                    </a:p>
                  </a:txBody>
                  <a:tcPr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E1013"/>
                          </a:solidFill>
                        </a:defRPr>
                      </a:pPr>
                      <a:r>
                        <a:t>👑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Скорость бронирования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10-25 минут (долгие ответы)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3-5 минут (сторонний сайт)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FCAAB"/>
                          </a:solidFill>
                        </a:defRPr>
                      </a:pPr>
                      <a:r>
                        <a:t>⚡ 30 секунд (внутри Telegram)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Защита от No-Show (неявки)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❌ 0% (гости просто не приходят)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⚠️ Слабая (смс-уведомление)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FCAAB"/>
                          </a:solidFill>
                        </a:defRPr>
                      </a:pPr>
                      <a:r>
                        <a:t>🛡 Высокая (напоминания + статусы)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Комиссия за гостей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0 ₸, но скрытые потери от No-Show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💸 10-15% с чека или 500₸/гость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FCAAB"/>
                          </a:solidFill>
                        </a:defRPr>
                      </a:pPr>
                      <a:r>
                        <a:t>✅ 0% (фиксированная подписка)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Карта зала и шахматка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❌ Нет (ручные каракули)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❌ Только список броней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FCAAB"/>
                          </a:solidFill>
                        </a:defRPr>
                      </a:pPr>
                      <a:r>
                        <a:t>🗺 Интерактивная живая карта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Удобство со смартфона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❌ Постоянный стресс и переписки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4F2EE"/>
                          </a:solidFill>
                        </a:defRPr>
                      </a:pPr>
                      <a:r>
                        <a:t>⚠️ Громоздкий десктопный кабинет</a:t>
                      </a:r>
                    </a:p>
                  </a:txBody>
                  <a:tcPr>
                    <a:solidFill>
                      <a:srgbClr val="1517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FCAAB"/>
                          </a:solidFill>
                        </a:defRPr>
                      </a:pPr>
                      <a:r>
                        <a:t>📱 Легкий мобильный веб-терминал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Тарифные планы и окупаемость для заведения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Окупается за 1 спасенную бронь банкета на 8-10 человек в месяц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F2EE"/>
                </a:solidFill>
              </a:defRPr>
            </a:pPr>
            <a:r>
              <a:t>ТАРИФ «СТАРТ»</a:t>
            </a:r>
          </a:p>
          <a:p>
            <a:pPr>
              <a:spcBef>
                <a:spcPts val="600"/>
              </a:spcBef>
              <a:defRPr sz="2800" b="1">
                <a:solidFill>
                  <a:srgbClr val="F4F2EE"/>
                </a:solidFill>
              </a:defRPr>
            </a:pPr>
            <a:r>
              <a:t>35 000 ₸</a:t>
            </a:r>
          </a:p>
          <a:p>
            <a:pPr>
              <a:spcBef>
                <a:spcPts val="200"/>
              </a:spcBef>
              <a:defRPr sz="950">
                <a:solidFill>
                  <a:srgbClr val="9CA3AF"/>
                </a:solidFill>
              </a:defRPr>
            </a:pPr>
            <a:r>
              <a:t>в месяц за заведение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До 12 столиков в заведении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Гостевой Telegram Mini App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Журнал онлайн-бронирований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Напоминания гостям в Telegram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Техническая поддержка 7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C1F26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ТАРИФ «PRO ХИТ»</a:t>
            </a:r>
          </a:p>
          <a:p>
            <a:pPr>
              <a:spcBef>
                <a:spcPts val="600"/>
              </a:spcBef>
              <a:defRPr sz="2800" b="1">
                <a:solidFill>
                  <a:srgbClr val="F4F2EE"/>
                </a:solidFill>
              </a:defRPr>
            </a:pPr>
            <a:r>
              <a:t>49 000 ₸</a:t>
            </a:r>
          </a:p>
          <a:p>
            <a:pPr>
              <a:spcBef>
                <a:spcPts val="200"/>
              </a:spcBef>
              <a:defRPr sz="950">
                <a:solidFill>
                  <a:srgbClr val="9CA3AF"/>
                </a:solidFill>
              </a:defRPr>
            </a:pPr>
            <a:r>
              <a:t>в месяц за заведение (Рекомендуемый)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Неограниченное число столов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Интерактивная карта зала и шахматка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Управление рабочей сменой и Z-отчет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Звуковые уведомления (Chime)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Модуль Walk-in (бронь от двери)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Приоритетная поддержка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ТАРИФ «СЕТЬ / VIP»</a:t>
            </a:r>
          </a:p>
          <a:p>
            <a:pPr>
              <a:spcBef>
                <a:spcPts val="600"/>
              </a:spcBef>
              <a:defRPr sz="2800" b="1">
                <a:solidFill>
                  <a:srgbClr val="F4F2EE"/>
                </a:solidFill>
              </a:defRPr>
            </a:pPr>
            <a:r>
              <a:t>65 000 ₸</a:t>
            </a:r>
          </a:p>
          <a:p>
            <a:pPr>
              <a:spcBef>
                <a:spcPts val="200"/>
              </a:spcBef>
              <a:defRPr sz="950">
                <a:solidFill>
                  <a:srgbClr val="9CA3AF"/>
                </a:solidFill>
              </a:defRPr>
            </a:pPr>
            <a:r>
              <a:t>в месяц за точку (для сетей)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Всё, что входит в тариф PRO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Единый мультилокационный кабинет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Неограниченное число филиалов сети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Персональный менеджер внедрения</a:t>
            </a:r>
          </a:p>
          <a:p>
            <a:pPr>
              <a:spcBef>
                <a:spcPts val="800"/>
              </a:spcBef>
              <a:defRPr sz="1050">
                <a:solidFill>
                  <a:srgbClr val="F4F2EE"/>
                </a:solidFill>
              </a:defRPr>
            </a:pPr>
            <a:r>
              <a:t>✓ Кастомизация под брендбук ресторана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80"/>
                </a:solidFill>
                <a:latin typeface="Segoe UI"/>
              </a:defRPr>
            </a:pPr>
            <a:r>
              <a:t>РАЗВИТИЕ И 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4F2EE"/>
                </a:solidFill>
                <a:latin typeface="Georgia"/>
              </a:defRPr>
            </a:pPr>
            <a:r>
              <a:t>Дорожная карта RestoKZ &amp; Живое тестирование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Segoe UI"/>
              </a:defRPr>
            </a:pPr>
            <a:r>
              <a:t>Готовое рабочее решение, готовое к пилотному запуску в ресторанах уже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🗺 ДОРОЖНАЯ КАРТА ПРОЕКТА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Реализовано (v2.4 Live)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Полноценный гостевой WebApp с выбором залов и блюд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Терминал хостес с интерактивной шахматкой столов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Управление сменой, Z-отчеты и звуковые гонг-оповещения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Мультилокация и регистрация ресторанов</a:t>
            </a:r>
          </a:p>
          <a:p>
            <a:pPr>
              <a:spcBef>
                <a:spcPts val="1000"/>
              </a:spcBef>
              <a:defRPr sz="1150" b="1">
                <a:solidFill>
                  <a:srgbClr val="38BDF8"/>
                </a:solidFill>
              </a:defRPr>
            </a:pPr>
            <a:r>
              <a:t>Q4 2026: Kaspi QR Депозиты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Интеграция онлайн-депозитов через Kaspi QR для банкетов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100% защита от неявки гостей (No-Show)</a:t>
            </a:r>
          </a:p>
          <a:p>
            <a:pPr>
              <a:spcBef>
                <a:spcPts val="1000"/>
              </a:spcBef>
              <a:defRPr sz="1150" b="1">
                <a:solidFill>
                  <a:srgbClr val="FBBF24"/>
                </a:solidFill>
              </a:defRPr>
            </a:pPr>
            <a:r>
              <a:t>Q1 2027: AI-Консьерж &amp; WhatsApp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Голосовой AI-ассистент для приема броней по телефону</a:t>
            </a:r>
          </a:p>
          <a:p>
            <a:pPr>
              <a:spcBef>
                <a:spcPts val="200"/>
              </a:spcBef>
              <a:defRPr sz="1000">
                <a:solidFill>
                  <a:srgbClr val="F4F2EE"/>
                </a:solidFill>
              </a:defRPr>
            </a:pPr>
            <a:r>
              <a:t>• Официальный WhatsApp Business API шлюз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46320" cy="4663440"/>
          </a:xfrm>
          <a:prstGeom prst="roundRect">
            <a:avLst/>
          </a:prstGeom>
          <a:solidFill>
            <a:srgbClr val="15171D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🚀 ПРОТЕСТИРУЙТЕ СИСТЕМУ ПРЯМО СЕЙЧАС</a:t>
            </a:r>
          </a:p>
          <a:p>
            <a:pPr>
              <a:spcBef>
                <a:spcPts val="1000"/>
              </a:spcBef>
              <a:defRPr sz="1100" b="1">
                <a:solidFill>
                  <a:srgbClr val="DFCAAB"/>
                </a:solidFill>
              </a:defRPr>
            </a:pPr>
            <a:r>
              <a:t>🍽 Гостевое приложение (Live Демо):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https://sp1ceman.github.io/restokz-bot/</a:t>
            </a:r>
          </a:p>
          <a:p>
            <a:pPr>
              <a:spcBef>
                <a:spcPts val="1000"/>
              </a:spcBef>
              <a:defRPr sz="1100" b="1">
                <a:solidFill>
                  <a:srgbClr val="DFCAAB"/>
                </a:solidFill>
              </a:defRPr>
            </a:pPr>
            <a:r>
              <a:t>👑 Терминал хостес RestoKZ PRO: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https://sp1ceman.github.io/restokz-bot/admin.html</a:t>
            </a:r>
          </a:p>
          <a:p>
            <a:pPr>
              <a:spcBef>
                <a:spcPts val="1000"/>
              </a:spcBef>
              <a:defRPr sz="1100" b="1">
                <a:solidFill>
                  <a:srgbClr val="DFCAAB"/>
                </a:solidFill>
              </a:defRPr>
            </a:pPr>
            <a:r>
              <a:t>💬 Telegram бот: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@RestoKZ_Bot</a:t>
            </a:r>
          </a:p>
          <a:p>
            <a:pPr>
              <a:spcBef>
                <a:spcPts val="1000"/>
              </a:spcBef>
              <a:defRPr sz="1100" b="1">
                <a:solidFill>
                  <a:srgbClr val="DFCAAB"/>
                </a:solidFill>
              </a:defRPr>
            </a:pPr>
            <a:r>
              <a:t>💼 Готовность к внедрению:</a:t>
            </a:r>
          </a:p>
          <a:p>
            <a:pPr>
              <a:spcBef>
                <a:spcPts val="200"/>
              </a:spcBef>
              <a:defRPr sz="1050">
                <a:solidFill>
                  <a:srgbClr val="F4F2EE"/>
                </a:solidFill>
              </a:defRPr>
            </a:pPr>
            <a:r>
              <a:t>Запуск пилотного ресторана занимает менее 1 дня без необходимости покупки дорогого оборудования — работает на любом смартфоне хостес.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